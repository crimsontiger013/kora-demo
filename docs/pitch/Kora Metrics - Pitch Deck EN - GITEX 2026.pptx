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48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548640"/>
            <a:ext cx="20116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Accounting for Africa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AI-driven Accounting &amp; Tax Automation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· Senegal &amp; OHADA Zone (17 countries)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371600" cy="45720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African accountants' time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spent on manual data entry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" cy="1143000"/>
          </a:xfrm>
          <a:prstGeom prst="rect">
            <a:avLst/>
          </a:prstGeom>
          <a:solidFill>
            <a:srgbClr val="E78A5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manual entry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Hundreds of invoices processed by hand every month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01168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tax errors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Tax penalties, permanent non-compliance risks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38328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576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scale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Growth capped by manually processable volume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383280"/>
            <a:ext cx="54864" cy="11430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tools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Sage, Cegid, Excel: no local tax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Kora Metrics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Humans always decide. AI proposes, the professional validates.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&amp; Extraction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invoices (PDF, scans, photos).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automatically extracts all data.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Tax Analysis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allocation, tax identification,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anomaly detection.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64922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373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Declarations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 VAT, CIT, withholdings.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validates and submits.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109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069836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Now?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2344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Digitalization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Senegal accelerating electronic tax declarations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057400"/>
            <a:ext cx="54864" cy="777240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2585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1305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Revolution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91640" y="2441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technologies finally enable document analysis at scale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15468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2186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Evolution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9164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Industry professionals are increasingly demanding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977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960120" y="41148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17880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050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need for locally adapted solutions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69164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integrate domain expertise and technical knowledge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Competition &amp; Differentiation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12848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Excel/Manual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85616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8384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31152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087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 OCR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58384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31152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01168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8384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31152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251460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51460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Tax Declarations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85616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58384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1152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017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Native 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12848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85616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58384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1152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52044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Multi-country OHADA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12848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785616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58384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31152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0233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Africa-adapted Pricing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12848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85616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58384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31152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31152" y="1005840"/>
            <a:ext cx="1572768" cy="3520440"/>
          </a:xfrm>
          <a:prstGeom prst="rect">
            <a:avLst/>
          </a:prstGeom>
          <a:noFill/>
          <a:ln w="25400">
            <a:solidFill>
              <a:srgbClr val="E78A5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Traction &amp; Proof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18288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 savings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proven on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00584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committed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accounting firms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005840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addressable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OHADA countries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06324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finalized — Beta test with SENCAS (Dakar) starting April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additional firms committed in Benin and Ivory Coast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Modules: OCR+Tax, Bank reconciliation, VAT, Payroll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B2B SaaS Subscription · Recurring Revenue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XOF/mo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~€38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 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employees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37160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 XOF/mo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~€114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modules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180,000+ XOF/mo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~€274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 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Customization + API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 &amp; Opportunity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OHADA countries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 of thousands of firms &amp; SMEs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423160"/>
            <a:ext cx="54864" cy="1097280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Senegal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300+ accounting and tax firms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3749040"/>
            <a:ext cx="50292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37490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clients · Year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 clients · Year 3</a:t>
            </a:r>
            <a:endParaRPr lang="en-US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62D70D7-900D-540D-DCBE-24FC0F22B41E}"/>
              </a:ext>
            </a:extLst>
          </p:cNvPr>
          <p:cNvSpPr/>
          <p:nvPr/>
        </p:nvSpPr>
        <p:spPr>
          <a:xfrm>
            <a:off x="7406640" y="4320540"/>
            <a:ext cx="165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9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Note : 1 accounting firm manages minimum 10 companies. We bill per company</a:t>
            </a:r>
            <a:endParaRPr lang="en-US" sz="1200" i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M1-3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paying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SENCAS beta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M4-6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10-15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 testimonials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058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M7-12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expansion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50+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OHADA countries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27104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69836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WhatsApp (zero cost)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LinkedIn thought leadership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Institutional partnerships (OEC, ADEPME)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Video content &amp; demos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 years combined experience · Finance, Tax, Technology &amp; Law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17320"/>
            <a:ext cx="1325880" cy="13258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Sédar H. Senghor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16y · Finance, Strategy,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Accounting &amp; Tax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École de Guerre Économique Paris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0" y="1417320"/>
            <a:ext cx="1325880" cy="132588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Medoune Ndiaye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9748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15y · Solutions Architecture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AI · Ex-Microsoft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 deployments Africa &amp; ME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4920" y="1417320"/>
            <a:ext cx="1325880" cy="132588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A.T. Diouf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5488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Director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15y · Tax law specialist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Former firm tax director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Tax automation expert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23760" y="1417320"/>
            <a:ext cx="1325880" cy="1325880"/>
          </a:xfrm>
          <a:prstGeom prst="ellipse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Alassane Boye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0372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Dir.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9516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20y · Business law, Tax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Consulting &amp; Management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Legal &amp; tax firm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&amp; Funding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36576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Pre-seed Raise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300 000 €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1752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2-year runway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Salaries (3 co-founders + hires)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€238,000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&amp; Cloud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&amp; 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€27,000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91640"/>
            <a:ext cx="228600" cy="228600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9784" y="192024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test · First 15 paying clients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69748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9784" y="292608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clients · Expand to Benin &amp; Ivory Coast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7033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100+ clients · 3 countries · Full ERP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457200"/>
            <a:ext cx="274320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African accounting revolution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840480" y="2194560"/>
            <a:ext cx="1463040" cy="36576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256032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651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1752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contact@korametrics.com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3383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1752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77 182 39 26 (Sédar)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78 137 91 90 (Medoune)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286000" y="402336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41148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1752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 · April 7-9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656</Words>
  <Application>Microsoft Macintosh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Kora Metrics - Pitch Deck GITEX Africa 2026</dc:title>
  <dc:subject>PptxGenJS Presentation</dc:subject>
  <dc:creator>Kora Metrics</dc:creator>
  <cp:lastModifiedBy>Sedar Henri SENGHOR [IPD DFC]</cp:lastModifiedBy>
  <cp:revision>3</cp:revision>
  <dcterms:created xsi:type="dcterms:W3CDTF">2026-04-02T16:18:40Z</dcterms:created>
  <dcterms:modified xsi:type="dcterms:W3CDTF">2026-04-04T13:50:01Z</dcterms:modified>
</cp:coreProperties>
</file>
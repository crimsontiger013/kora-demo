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757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548640"/>
            <a:ext cx="20116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au service de la comptabilité africaine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Automatisation comptable &amp; fiscale par 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· Sénégal &amp; Zone OHADA (17 pays)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371600" cy="4572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4008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du temps des comptables africains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consacré à la saisie manuelle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4864" cy="114300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massive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 centaines de factures traitées à la main chaque mois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754880" y="201168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fiscales coûteuses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Pénalités Fiscales, risques de non-conformité permanents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40080" y="338328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576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scaler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Croissance plafonnée par le volume traitable manuellement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754880" y="3383280"/>
            <a:ext cx="54864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inadaptés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Sage, Cegid, Excel : aucune automatisation fiscale locale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Solution Kora Metrics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L'humain reste toujours décisionnaire. L'IA propose, le professionnel valide.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Numérisation &amp; Extraction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factures (PDF, scans, photos).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L'IA extrait automatiquement toutes les données.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6576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Fiscale IA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Imputation SYSCOHADA, identification fiscale,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détection d'anomalies en temps réel.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64922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373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prêtes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Génération automatique TVA, IS, retenues.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professionnel valide et soumet.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09861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03189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Pourquoi maintenant 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60120" y="12344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Sénégal accélère la dématérialisation des déclarations fiscales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0080" y="2057400"/>
            <a:ext cx="54864" cy="77724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2585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1305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Révolution IA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91640" y="2441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</a:t>
            </a:r>
            <a:r>
              <a:rPr lang="en-US" sz="11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nouvelles</a:t>
            </a: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technologies permettent enfin l'analyse documentaire à grande échelle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7" name="Shape 13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960120" y="315468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2186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Métier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9164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experts métiers </a:t>
            </a:r>
            <a:r>
              <a:rPr lang="en-US" sz="11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sont</a:t>
            </a: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plus </a:t>
            </a:r>
            <a:r>
              <a:rPr lang="en-US" sz="11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</a:t>
            </a: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plus </a:t>
            </a:r>
            <a:r>
              <a:rPr lang="en-US" sz="11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exigeants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640080" y="3977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960120" y="41148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17880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050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solutions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aux exigences locales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69164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Nous </a:t>
            </a:r>
            <a:r>
              <a:rPr lang="en-US" sz="11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intégrons</a:t>
            </a: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l’experience</a:t>
            </a: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métier et la </a:t>
            </a:r>
            <a:r>
              <a:rPr lang="en-US" sz="11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connaissance</a:t>
            </a: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technique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Concurrence &amp; Différenciation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12848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Excel/Manuel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85616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8384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31152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OCR Factures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58384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31152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 SYSCOHADA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8384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31152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251460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77240" y="251460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Déclarations fiscales locales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85616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58384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1152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77240" y="3017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 native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12848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85616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58384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1152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77240" y="352044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Multi-pays OHADA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12848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785616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58384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31152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77240" y="40233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Prix adapté Afrique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12848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85616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58384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31152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31152" y="1005840"/>
            <a:ext cx="1572768" cy="3520440"/>
          </a:xfrm>
          <a:prstGeom prst="rect">
            <a:avLst/>
          </a:prstGeom>
          <a:noFill/>
          <a:ln w="25400">
            <a:solidFill>
              <a:srgbClr val="E78A5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Traction &amp; Preuves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8288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de temps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démontré sur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697480" y="100584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974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 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fonctionnels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cabinets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122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pays OHADA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adressables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06324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18872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finalisé — Beta test avec SENCAS (Dakar) démarrage avril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cabinets supplémentaires engagés au Bénin et en Côte d'Ivoire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 : OCR+Fiscal, Réconciliation bancaire, TVA, Paie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Modèle Économique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SaaS B2B par abonnement · Revenus récurrents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XOF/mois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~38 €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Petits cabinets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collaborateurs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474720" y="137160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747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75 000 XOF/mois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~114 €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47472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Cabinets structurés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 avancés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180 000+ XOF/mois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~274 €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Grands cabinets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Personnalisation + API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Marché &amp; Opportunité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pays OHADA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Dizaines de milliers de cabinets &amp; PME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54864" cy="1097280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7373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Sénégal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300+ cabinets </a:t>
            </a:r>
            <a:r>
              <a:rPr lang="en-US" sz="1400" dirty="0" err="1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comptables</a:t>
            </a: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et </a:t>
            </a:r>
            <a:r>
              <a:rPr lang="en-US" sz="1400" dirty="0" err="1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fiscaux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3749040"/>
            <a:ext cx="50292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103120" y="37490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688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clients · Année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 clients · Année 3</a:t>
            </a:r>
            <a:endParaRPr lang="en-US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E2D341B-2B75-EF30-E43D-A69F040D2BC2}"/>
              </a:ext>
            </a:extLst>
          </p:cNvPr>
          <p:cNvSpPr/>
          <p:nvPr/>
        </p:nvSpPr>
        <p:spPr>
          <a:xfrm>
            <a:off x="7406640" y="4320540"/>
            <a:ext cx="165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9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Note : 1 cabinet comptable gère au minimum 10 entreprises. Nous facturons par entreprise.</a:t>
            </a:r>
            <a:endParaRPr lang="en-US" sz="1200" i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M1-3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directe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clients payants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test SENCAS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74720" y="10058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M4-6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l'échelle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10-15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Témoignages clients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M7-12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expansion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50+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pays OHADA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287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44501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d'acquisition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WhatsApp (coût zéro)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LinkedIn thought leadership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Partenariats institutionnels (OEC, ADEPME)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Contenu vidéo &amp; démos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L'Équipe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 ans d'expérience cumulée · Finance, Fiscalité, Technologie &amp; Droit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17320"/>
            <a:ext cx="1325880" cy="13258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Sédar H. Senghor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</a:t>
            </a:r>
            <a:r>
              <a:rPr lang="en-US" sz="1100" b="1" dirty="0" err="1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ans · Finance, Stratégie,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Comptabilité &amp; Fiscalité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École de Guerre Économique Paris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0" y="1417320"/>
            <a:ext cx="1325880" cy="132588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Medoune Ndiaye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Technique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9748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ans · Architecture Solutions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IA · Ex-Microsoft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Déploiements ERP Afrique &amp; MO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4920" y="1417320"/>
            <a:ext cx="1325880" cy="132588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A.T. Diouf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5488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Fiscalité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ans · Droit fiscal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Directeur fiscal cabinet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 err="1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Spécialiste</a:t>
            </a: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automatisation fiscale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3"/>
          <p:cNvPicPr>
            <a:picLocks noChangeAspect="1"/>
          </p:cNvPicPr>
          <p:nvPr/>
        </p:nvPicPr>
        <p:blipFill>
          <a:blip r:embed="rId6"/>
          <a:srcRect l="2725" r="2725"/>
          <a:stretch/>
        </p:blipFill>
        <p:spPr>
          <a:xfrm>
            <a:off x="7223760" y="1417320"/>
            <a:ext cx="1325880" cy="1325880"/>
          </a:xfrm>
          <a:prstGeom prst="ellipse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Alassane Boye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0372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Opérations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9516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ans · Droit des affaires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Fiscalité, Conseil &amp; Gestion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Direction cabinet juridique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&amp; Besoins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6576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Levée Pré-seed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300 000 €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1752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Runway de 2 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Salaires (3 associés + recrutements)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238 000 €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&amp; Cloud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39 000 €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&amp; Commercial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27 000 €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clés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91640"/>
            <a:ext cx="228600" cy="228600"/>
          </a:xfrm>
          <a:prstGeom prst="ellipse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129784" y="192024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test · 15 premiers clients payants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69748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129784" y="292608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clients · Expansion Bénin &amp; Côte d'Ivoire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7033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100+ clients · 3 pays · Intégration ERP complète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457200"/>
            <a:ext cx="274320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la révolution comptable africaine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840480" y="2194560"/>
            <a:ext cx="1463040" cy="36576"/>
          </a:xfrm>
          <a:prstGeom prst="rect">
            <a:avLst/>
          </a:prstGeom>
          <a:solidFill>
            <a:srgbClr val="E78A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2286000" y="256032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651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1752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contact@korametrics.com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3383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1752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77 182 39 26 (Sédar)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78 137 91 90 (Medoune)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286000" y="402336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41148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1752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 · 7-9 avril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699</Words>
  <Application>Microsoft Macintosh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Kora Metrics - Pitch Deck GITEX Africa 2026</dc:title>
  <dc:subject>PptxGenJS Presentation</dc:subject>
  <dc:creator>Kora Metrics</dc:creator>
  <cp:lastModifiedBy>Sedar Henri SENGHOR [IPD DFC]</cp:lastModifiedBy>
  <cp:revision>6</cp:revision>
  <dcterms:created xsi:type="dcterms:W3CDTF">2026-04-02T16:18:40Z</dcterms:created>
  <dcterms:modified xsi:type="dcterms:W3CDTF">2026-04-04T13:24:27Z</dcterms:modified>
</cp:coreProperties>
</file>